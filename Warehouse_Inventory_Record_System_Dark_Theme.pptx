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822960"/>
            <a:ext cx="4389120" cy="4389120"/>
          </a:xfrm>
          <a:prstGeom prst="ellipse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37160"/>
            <a:ext cx="3108960" cy="3108960"/>
          </a:xfrm>
          <a:prstGeom prst="ellipse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DADA"/>
                </a:solidFill>
                <a:latin typeface="Aptos"/>
              </a:rPr>
              <a:t>JAVA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406640" cy="2331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4F7FF"/>
                </a:solidFill>
                <a:latin typeface="Aptos"/>
              </a:rPr>
              <a:t>WAREHOUSE
INVENTORY &amp;
RECORD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65836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B1BED5"/>
                </a:solidFill>
                <a:latin typeface="Aptos"/>
              </a:rPr>
              <a:t>A simple Java-based solution for tracking stock, records, and warehouse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754880"/>
            <a:ext cx="6949440" cy="114300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DADA"/>
                </a:solidFill>
                <a:latin typeface="Apto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12080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Aptos"/>
              </a:rPr>
              <a:t>Deepak Vemulapalli  |  Roll No: 2620040058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32120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7FF"/>
                </a:solidFill>
                <a:latin typeface="Aptos"/>
              </a:rPr>
              <a:t>Likith Chandra Jaladi  |  Roll No: 2620040104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154680"/>
            <a:ext cx="2423160" cy="749808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22792" y="3300984"/>
            <a:ext cx="384048" cy="438912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53144" y="3300984"/>
            <a:ext cx="1508760" cy="109728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53144" y="3511296"/>
            <a:ext cx="1143000" cy="91440"/>
          </a:xfrm>
          <a:prstGeom prst="rect">
            <a:avLst/>
          </a:prstGeom>
          <a:solidFill>
            <a:srgbClr val="B1B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4041648"/>
            <a:ext cx="2423160" cy="749808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22792" y="4187952"/>
            <a:ext cx="384048" cy="438912"/>
          </a:xfrm>
          <a:prstGeom prst="rect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53144" y="4187952"/>
            <a:ext cx="1508760" cy="109728"/>
          </a:xfrm>
          <a:prstGeom prst="rect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53144" y="4398264"/>
            <a:ext cx="1143000" cy="91440"/>
          </a:xfrm>
          <a:prstGeom prst="rect">
            <a:avLst/>
          </a:prstGeom>
          <a:solidFill>
            <a:srgbClr val="B1B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58200" y="4928616"/>
            <a:ext cx="2423160" cy="749808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22792" y="5074920"/>
            <a:ext cx="384048" cy="438912"/>
          </a:xfrm>
          <a:prstGeom prst="rect">
            <a:avLst/>
          </a:prstGeom>
          <a:solidFill>
            <a:srgbClr val="59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5074920"/>
            <a:ext cx="1508760" cy="109728"/>
          </a:xfrm>
          <a:prstGeom prst="rect">
            <a:avLst/>
          </a:prstGeom>
          <a:solidFill>
            <a:srgbClr val="59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53144" y="5285231"/>
            <a:ext cx="1143000" cy="91440"/>
          </a:xfrm>
          <a:prstGeom prst="rect">
            <a:avLst/>
          </a:prstGeom>
          <a:solidFill>
            <a:srgbClr val="B1B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797296"/>
            <a:ext cx="6217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BDADA"/>
                </a:solidFill>
                <a:latin typeface="Aptos"/>
              </a:defRPr>
            </a:pPr>
            <a:r>
              <a:t>Faculty Name: Sreeram Murthy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DADA"/>
                </a:solidFill>
                <a:latin typeface="Aptos"/>
              </a:rP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Aptos"/>
              </a:rPr>
              <a:t>What is a Warehouse Inventory &amp; Record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99032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A digital system that keeps warehouse stock information organized and easy to update.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914400" cy="41148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1BED5"/>
                </a:solidFill>
                <a:latin typeface="Aptos"/>
              </a:rPr>
              <a:t>02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12080" cy="342900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3429000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BDADA"/>
                </a:solidFill>
                <a:latin typeface="Aptos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62072"/>
            <a:ext cx="4828032" cy="2606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Stores item details such as ID, name, quantity, and price.</a:t>
            </a:r>
          </a:p>
          <a:p>
            <a:pPr>
              <a:spcAft>
                <a:spcPts val="10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Records stock received and stock issued.</a:t>
            </a:r>
          </a:p>
          <a:p>
            <a:pPr>
              <a:spcAft>
                <a:spcPts val="10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Shows current quantity and helps identify low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212080" cy="342900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64008" cy="3429000"/>
          </a:xfrm>
          <a:prstGeom prst="rect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9A75FF"/>
                </a:solidFill>
                <a:latin typeface="Aptos"/>
              </a:rPr>
              <a:t>Why use Java?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862072"/>
            <a:ext cx="4828032" cy="2606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Classes and objects represent products and records.</a:t>
            </a:r>
          </a:p>
          <a:p>
            <a:pPr>
              <a:spcAft>
                <a:spcPts val="10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Conditions validate quantities and user choices.</a:t>
            </a:r>
          </a:p>
          <a:p>
            <a:pPr>
              <a:spcAft>
                <a:spcPts val="1000"/>
              </a:spcAft>
              <a:defRPr sz="1600">
                <a:solidFill>
                  <a:srgbClr val="F4F7FF"/>
                </a:solidFill>
                <a:latin typeface="Aptos"/>
              </a:defRPr>
            </a:pPr>
            <a:r>
              <a:t>•  Loops and methods make repeated tasks easier.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9DCA4"/>
                </a:solidFill>
                <a:latin typeface="Aptos"/>
              </a:rPr>
              <a:t>GOAL  •  Accurate records  •  Faster updates  •  Better stock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DADA"/>
                </a:solidFill>
                <a:latin typeface="Aptos"/>
              </a:rPr>
              <a:t>02 •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99032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Designed to make everyday warehouse record-keeping simpler.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914400" cy="41148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1BED5"/>
                </a:solidFill>
                <a:latin typeface="Aptos"/>
              </a:rPr>
              <a:t>03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166360" cy="13258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459736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BDAD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2316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7FF"/>
                </a:solidFill>
                <a:latin typeface="Aptos"/>
              </a:rPr>
              <a:t>Maintain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807208"/>
            <a:ext cx="3840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Keep product IDs, names, quantities, and prices in one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40280"/>
            <a:ext cx="5166360" cy="13258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2459736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9A75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42316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7FF"/>
                </a:solidFill>
                <a:latin typeface="Aptos"/>
              </a:rPr>
              <a:t>Update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807208"/>
            <a:ext cx="3840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Add incoming stock and subtract issued items accurately.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31920"/>
            <a:ext cx="5166360" cy="13258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151376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59DCA4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1480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7FF"/>
                </a:solidFill>
                <a:latin typeface="Aptos"/>
              </a:rPr>
              <a:t>Reduce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98848"/>
            <a:ext cx="3840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Validate inputs and prevent issuing more items than available.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931920"/>
            <a:ext cx="5166360" cy="13258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4151376"/>
            <a:ext cx="640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B55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4114800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4F7FF"/>
                </a:solidFill>
                <a:latin typeface="Aptos"/>
              </a:rPr>
              <a:t>Find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498848"/>
            <a:ext cx="3840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Search product records and check current stock quickly.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DADA"/>
                </a:solidFill>
                <a:latin typeface="Aptos"/>
              </a:rPr>
              <a:t>03 •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Aptos"/>
              </a:rPr>
              <a:t>Main Features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99032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The system follows a simple cycle from receiving goods to checking stock.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914400" cy="41148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1BED5"/>
                </a:solidFill>
                <a:latin typeface="Aptos"/>
              </a:rPr>
              <a:t>04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2468880" cy="20116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788920"/>
            <a:ext cx="502920" cy="502920"/>
          </a:xfrm>
          <a:prstGeom prst="ellipse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916936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D122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FF"/>
                </a:solidFill>
                <a:latin typeface="Aptos"/>
              </a:rPr>
              <a:t>Add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3632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1BED5"/>
                </a:solidFill>
                <a:latin typeface="Aptos"/>
              </a:rPr>
              <a:t>Enter ID, name, quantity,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3364992"/>
            <a:ext cx="38404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2BDAD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606040"/>
            <a:ext cx="2468880" cy="20116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76472" y="2788920"/>
            <a:ext cx="502920" cy="502920"/>
          </a:xfrm>
          <a:prstGeom prst="ellipse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2916936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D1223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493008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FF"/>
                </a:solidFill>
                <a:latin typeface="Aptos"/>
              </a:rPr>
              <a:t>Receive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913632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1BED5"/>
                </a:solidFill>
                <a:latin typeface="Aptos"/>
              </a:rPr>
              <a:t>Increase quantity when goods arrive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364992"/>
            <a:ext cx="38404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2BDADA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606040"/>
            <a:ext cx="2468880" cy="20116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56831" y="2788920"/>
            <a:ext cx="502920" cy="502920"/>
          </a:xfrm>
          <a:prstGeom prst="ellipse">
            <a:avLst/>
          </a:prstGeom>
          <a:solidFill>
            <a:srgbClr val="59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2916936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D1223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93008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FF"/>
                </a:solidFill>
                <a:latin typeface="Aptos"/>
              </a:rPr>
              <a:t>Issue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13632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1BED5"/>
                </a:solidFill>
                <a:latin typeface="Aptos"/>
              </a:rPr>
              <a:t>Decrease quantity when goods leave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3364992"/>
            <a:ext cx="384048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2BDADA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2606040"/>
            <a:ext cx="2468880" cy="201168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37192" y="2788920"/>
            <a:ext cx="502920" cy="502920"/>
          </a:xfrm>
          <a:prstGeom prst="ellipse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7192" y="2916936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D1223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493008"/>
            <a:ext cx="2103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4F7FF"/>
                </a:solidFill>
                <a:latin typeface="Aptos"/>
              </a:rPr>
              <a:t>View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913632"/>
            <a:ext cx="2103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1BED5"/>
                </a:solidFill>
                <a:latin typeface="Aptos"/>
              </a:rPr>
              <a:t>Check remaining stock and records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5212080"/>
            <a:ext cx="9601200" cy="658368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5394960"/>
            <a:ext cx="9144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BDADA"/>
                </a:solidFill>
                <a:latin typeface="Aptos"/>
              </a:rPr>
              <a:t>Stock available = Opening quantity + Received quantity − Issued quantity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DADA"/>
                </a:solidFill>
                <a:latin typeface="Aptos"/>
              </a:rPr>
              <a:t>04 • JAVA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Aptos"/>
              </a:rPr>
              <a:t>How Java Organizes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99032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Object-oriented programming separates product data from inventory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914400" cy="41148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1BED5"/>
                </a:solidFill>
                <a:latin typeface="Aptos"/>
              </a:rPr>
              <a:t>05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166360" cy="347472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3474720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754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BDADA"/>
                </a:solidFill>
                <a:latin typeface="Aptos"/>
              </a:rPr>
              <a:t>Product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62072"/>
            <a:ext cx="4782312" cy="2651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Aptos"/>
              </a:defRPr>
            </a:pPr>
            <a:r>
              <a:t>•  Fields: productId, productName, quantity, price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Aptos"/>
              </a:defRPr>
            </a:pPr>
            <a:r>
              <a:t>•  Constructor initializes each product.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Aptos"/>
              </a:defRPr>
            </a:pPr>
            <a:r>
              <a:t>•  Methods: displayDetails(), addStock(), issueStock().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48840"/>
            <a:ext cx="5257800" cy="347472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148840"/>
            <a:ext cx="64008" cy="3474720"/>
          </a:xfrm>
          <a:prstGeom prst="rect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846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9A75FF"/>
                </a:solidFill>
                <a:latin typeface="Aptos"/>
              </a:rPr>
              <a:t>Inventory / Main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862072"/>
            <a:ext cx="4873752" cy="2651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Aptos"/>
              </a:defRPr>
            </a:pPr>
            <a:r>
              <a:t>•  Uses objects to store and update product details.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Aptos"/>
              </a:defRPr>
            </a:pPr>
            <a:r>
              <a:t>•  if-else checks whether enough stock is available.</a:t>
            </a:r>
          </a:p>
          <a:p>
            <a:pPr>
              <a:spcAft>
                <a:spcPts val="1000"/>
              </a:spcAft>
              <a:defRPr sz="1500">
                <a:solidFill>
                  <a:srgbClr val="F4F7FF"/>
                </a:solidFill>
                <a:latin typeface="Aptos"/>
              </a:defRPr>
            </a:pPr>
            <a:r>
              <a:t>•  Loops and menu choices repeat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5806440"/>
            <a:ext cx="9875520" cy="502920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5925312"/>
            <a:ext cx="9509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59DCA4"/>
                </a:solidFill>
                <a:latin typeface="Aptos"/>
              </a:rPr>
              <a:t>Example:  quantity = quantity + received;   quantity = quantity - issued;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DADA"/>
                </a:solidFill>
                <a:latin typeface="Aptos"/>
              </a:rPr>
              <a:t>05 • PROGRAM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Aptos"/>
              </a:rPr>
              <a:t>Sample Java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99032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A small example of safe stock updates.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914400" cy="41148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1BED5"/>
                </a:solidFill>
                <a:latin typeface="Aptos"/>
              </a:rPr>
              <a:t>06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6583680" cy="388620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6126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BDADA"/>
                </a:solidFill>
                <a:latin typeface="Consolas"/>
              </a:defRPr>
            </a:pPr>
            <a:r>
              <a:t>class Product {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String name;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int quantity;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2BDADA"/>
                </a:solidFill>
                <a:latin typeface="Consolas"/>
              </a:defRPr>
            </a:pPr>
            <a:r>
              <a:t>    void addStock(int amount) {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    if (amount &gt; 0) quantity += amount;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2BDADA"/>
                </a:solidFill>
                <a:latin typeface="Consolas"/>
              </a:defRPr>
            </a:pPr>
            <a:r>
              <a:t>    void issueStock(int amount) {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    if (amount &gt; 0 &amp;&amp; amount &lt;= quantity)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        quantity -= amount;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    else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        System.out.println("Invalid stock");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300">
                <a:solidFill>
                  <a:srgbClr val="F4F7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148840"/>
            <a:ext cx="3657600" cy="388620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2148840"/>
            <a:ext cx="64008" cy="3886200"/>
          </a:xfrm>
          <a:prstGeom prst="rect">
            <a:avLst/>
          </a:prstGeom>
          <a:solidFill>
            <a:srgbClr val="59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331720"/>
            <a:ext cx="3246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59DCA4"/>
                </a:solidFill>
                <a:latin typeface="Aptos"/>
              </a:rPr>
              <a:t>Logic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8" y="2862072"/>
            <a:ext cx="3273552" cy="3063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Stock amount must be positive.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Issued quantity cannot exceed stock.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Quantity changes only after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772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BDADA"/>
                </a:solidFill>
                <a:latin typeface="Aptos"/>
              </a:rPr>
              <a:t>06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7FF"/>
                </a:solidFill>
                <a:latin typeface="Aptos"/>
              </a:rPr>
              <a:t>Benefits,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99032"/>
            <a:ext cx="10607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BED5"/>
                </a:solidFill>
                <a:latin typeface="Aptos"/>
              </a:rPr>
              <a:t>A simple starting point that can grow into a complete warehouse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914400" cy="41148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411480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1BED5"/>
                </a:solidFill>
                <a:latin typeface="Aptos"/>
              </a:rPr>
              <a:t>07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66160" cy="356616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64008" cy="3566160"/>
          </a:xfrm>
          <a:prstGeom prst="rect">
            <a:avLst/>
          </a:prstGeom>
          <a:solidFill>
            <a:srgbClr val="59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15467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59DCA4"/>
                </a:solidFill>
                <a:latin typeface="Aptos"/>
              </a:rP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16352"/>
            <a:ext cx="3182112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Quick stock checking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Organized records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Fewer manual mistakes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Easy to learn and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566160" cy="356616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64008" cy="3566160"/>
          </a:xfrm>
          <a:prstGeom prst="rect">
            <a:avLst/>
          </a:prstGeom>
          <a:solidFill>
            <a:srgbClr val="FFB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154679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B55C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816352"/>
            <a:ext cx="3182112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Basic version may store data temporarily.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No multi-user access by default.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Reports may be limited.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3520440" cy="3566160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03120"/>
            <a:ext cx="64008" cy="3566160"/>
          </a:xfrm>
          <a:prstGeom prst="rect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9A75FF"/>
                </a:solidFill>
                <a:latin typeface="Aptos"/>
              </a:rPr>
              <a:t>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816352"/>
            <a:ext cx="3136392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Database integration (MySQL)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Barcode / QR scanning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Low-stock alerts</a:t>
            </a:r>
          </a:p>
          <a:p>
            <a:pPr>
              <a:spcAft>
                <a:spcPts val="1000"/>
              </a:spcAft>
              <a:defRPr sz="1400">
                <a:solidFill>
                  <a:srgbClr val="F4F7FF"/>
                </a:solidFill>
                <a:latin typeface="Aptos"/>
              </a:defRPr>
            </a:pPr>
            <a:r>
              <a:t>•  Web or mobile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BDADA"/>
                </a:solidFill>
                <a:latin typeface="Aptos"/>
              </a:rPr>
              <a:t>NEXT STEP  •  Connect Java to a database for permanent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914400"/>
            <a:ext cx="4937760" cy="4937760"/>
          </a:xfrm>
          <a:prstGeom prst="ellipse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-137160"/>
            <a:ext cx="3474720" cy="3474720"/>
          </a:xfrm>
          <a:prstGeom prst="ellipse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DADA"/>
                </a:solidFill>
                <a:latin typeface="Aptos"/>
              </a:rPr>
              <a:t>JAVA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621792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4F7FF"/>
                </a:solidFill>
                <a:latin typeface="Aptos"/>
              </a:rPr>
              <a:t>THANK
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6035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B1BED5"/>
                </a:solidFill>
                <a:latin typeface="Aptos"/>
              </a:rPr>
              <a:t>Warehouse Inventory &amp; Record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983480"/>
            <a:ext cx="4846320" cy="658368"/>
          </a:xfrm>
          <a:prstGeom prst="roundRect">
            <a:avLst/>
          </a:prstGeom>
          <a:solidFill>
            <a:srgbClr val="18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66360"/>
            <a:ext cx="4389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59DCA4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103120" cy="594360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3264408"/>
            <a:ext cx="292608" cy="274320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9952" y="3291840"/>
            <a:ext cx="1234440" cy="73152"/>
          </a:xfrm>
          <a:prstGeom prst="rect">
            <a:avLst/>
          </a:prstGeom>
          <a:solidFill>
            <a:srgbClr val="2B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9952" y="3438144"/>
            <a:ext cx="868680" cy="54864"/>
          </a:xfrm>
          <a:prstGeom prst="rect">
            <a:avLst/>
          </a:prstGeom>
          <a:solidFill>
            <a:srgbClr val="B1B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3886200"/>
            <a:ext cx="2103120" cy="594360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18319" y="4041648"/>
            <a:ext cx="292608" cy="274320"/>
          </a:xfrm>
          <a:prstGeom prst="rect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57232" y="4069080"/>
            <a:ext cx="1234440" cy="73152"/>
          </a:xfrm>
          <a:prstGeom prst="rect">
            <a:avLst/>
          </a:prstGeom>
          <a:solidFill>
            <a:srgbClr val="9A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57232" y="4215384"/>
            <a:ext cx="868680" cy="54864"/>
          </a:xfrm>
          <a:prstGeom prst="rect">
            <a:avLst/>
          </a:prstGeom>
          <a:solidFill>
            <a:srgbClr val="B1B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4663440"/>
            <a:ext cx="2103120" cy="594360"/>
          </a:xfrm>
          <a:prstGeom prst="roundRect">
            <a:avLst/>
          </a:prstGeom>
          <a:solidFill>
            <a:srgbClr val="1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4818888"/>
            <a:ext cx="292608" cy="274320"/>
          </a:xfrm>
          <a:prstGeom prst="rect">
            <a:avLst/>
          </a:prstGeom>
          <a:solidFill>
            <a:srgbClr val="59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59952" y="4846320"/>
            <a:ext cx="1234440" cy="73152"/>
          </a:xfrm>
          <a:prstGeom prst="rect">
            <a:avLst/>
          </a:prstGeom>
          <a:solidFill>
            <a:srgbClr val="59DC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59952" y="4992624"/>
            <a:ext cx="868680" cy="54864"/>
          </a:xfrm>
          <a:prstGeom prst="rect">
            <a:avLst/>
          </a:prstGeom>
          <a:solidFill>
            <a:srgbClr val="B1B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